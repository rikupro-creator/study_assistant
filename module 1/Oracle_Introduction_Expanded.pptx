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Oracle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Oracle is a global leader in database and enterprise software</a:t>
            </a:r>
          </a:p>
          <a:p>
            <a:r>
              <a:t>• Widely used in large organizations worldwide</a:t>
            </a:r>
          </a:p>
          <a:p>
            <a:r>
              <a:t>• Understanding Oracle starts with the company behind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Oracle Corporation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Multinational technology company</a:t>
            </a:r>
          </a:p>
          <a:p>
            <a:r>
              <a:t>• Founded in 1977</a:t>
            </a:r>
          </a:p>
          <a:p>
            <a:r>
              <a:t>• Focuses on data management and enterprise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Founders of Oracle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Larry Ellison</a:t>
            </a:r>
          </a:p>
          <a:p>
            <a:r>
              <a:t>• Bob Miner</a:t>
            </a:r>
          </a:p>
          <a:p>
            <a:r>
              <a:t>• Ed Oates</a:t>
            </a:r>
          </a:p>
          <a:p>
            <a:r>
              <a:t>• Pioneers of relational database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Oracle’s Global Presence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Operates in over 175 countries</a:t>
            </a:r>
          </a:p>
          <a:p>
            <a:r>
              <a:t>• Used by governments and enterprises</a:t>
            </a:r>
          </a:p>
          <a:p>
            <a:r>
              <a:t>• Trusted for mission-critical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Oracle Corporation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Develops database technologies</a:t>
            </a:r>
          </a:p>
          <a:p>
            <a:r>
              <a:t>• Provides cloud infrastructure</a:t>
            </a:r>
          </a:p>
          <a:p>
            <a:r>
              <a:t>• Offers enterprise business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Oracle’s Main Business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Database software</a:t>
            </a:r>
          </a:p>
          <a:p>
            <a:r>
              <a:t>• Cloud computing (OCI)</a:t>
            </a:r>
          </a:p>
          <a:p>
            <a:r>
              <a:t>• Enterprise applications</a:t>
            </a:r>
          </a:p>
          <a:p>
            <a:r>
              <a:t>• Middleware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Oracle’s Reputation in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Known for reliability and security</a:t>
            </a:r>
          </a:p>
          <a:p>
            <a:r>
              <a:t>• Designed for high availability</a:t>
            </a:r>
          </a:p>
          <a:p>
            <a:r>
              <a:t>• Preferred for large-scale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Products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Oracle Database</a:t>
            </a:r>
          </a:p>
          <a:p>
            <a:r>
              <a:t>• Oracle Cloud Infrastructure</a:t>
            </a:r>
          </a:p>
          <a:p>
            <a:r>
              <a:t>• Enterprise applications</a:t>
            </a:r>
          </a:p>
          <a:p>
            <a:r>
              <a:t>• Developer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Oracle Database?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Flagship Oracle product</a:t>
            </a:r>
          </a:p>
          <a:p>
            <a:r>
              <a:t>• Relational Database Management System (RDBMS)</a:t>
            </a:r>
          </a:p>
          <a:p>
            <a:r>
              <a:t>• Manages and stores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Oracle Database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Stores structured data</a:t>
            </a:r>
          </a:p>
          <a:p>
            <a:r>
              <a:t>• Supports SQL queries</a:t>
            </a:r>
          </a:p>
          <a:p>
            <a:r>
              <a:t>• Allows multi-user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Oracle Database Is Popular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performance</a:t>
            </a:r>
          </a:p>
          <a:p>
            <a:r>
              <a:t>• Scalable architecture</a:t>
            </a:r>
          </a:p>
          <a:p>
            <a:r>
              <a:t>• Strong 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Oracle Database 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Banking</a:t>
            </a:r>
          </a:p>
          <a:p>
            <a:r>
              <a:t>• Telecoms</a:t>
            </a:r>
          </a:p>
          <a:p>
            <a:r>
              <a:t>• Government</a:t>
            </a:r>
          </a:p>
          <a:p>
            <a:r>
              <a:t>• Healthcare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Oracle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Backup and recovery</a:t>
            </a:r>
          </a:p>
          <a:p>
            <a:r>
              <a:t>• High availability</a:t>
            </a:r>
          </a:p>
          <a:p>
            <a:r>
              <a:t>• Role-based security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Database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Authentication and authorization</a:t>
            </a:r>
          </a:p>
          <a:p>
            <a:r>
              <a:t>• Privileges and roles</a:t>
            </a:r>
          </a:p>
          <a:p>
            <a:r>
              <a:t>• Auditing features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Database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Efficient memory management</a:t>
            </a:r>
          </a:p>
          <a:p>
            <a:r>
              <a:t>• Indexing and optimization</a:t>
            </a:r>
          </a:p>
          <a:p>
            <a:r>
              <a:t>• Handles heavy workloads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Database vs Other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Enterprise-focused</a:t>
            </a:r>
          </a:p>
          <a:p>
            <a:r>
              <a:t>• Advanced features</a:t>
            </a:r>
          </a:p>
          <a:p>
            <a:r>
              <a:t>• Reliable support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Database and the DBA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Managed by Oracle DBAs</a:t>
            </a:r>
          </a:p>
          <a:p>
            <a:r>
              <a:t>• Ensure availability</a:t>
            </a:r>
          </a:p>
          <a:p>
            <a:r>
              <a:t>• Handle backups and tuning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Software Used in This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Oracle Database Express Edition (XE)</a:t>
            </a:r>
          </a:p>
          <a:p>
            <a:r>
              <a:t>• Free Oracle database</a:t>
            </a:r>
          </a:p>
          <a:p>
            <a:r>
              <a:t>• Designed for learning and development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Oracle XE?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Lightweight Oracle database</a:t>
            </a:r>
          </a:p>
          <a:p>
            <a:r>
              <a:t>• Easy to install</a:t>
            </a:r>
          </a:p>
          <a:p>
            <a:r>
              <a:t>• Same SQL and PL/SQL as enterprise Oracle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Use Oracle XE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Free to use</a:t>
            </a:r>
          </a:p>
          <a:p>
            <a:r>
              <a:t>• Ideal for students</a:t>
            </a:r>
          </a:p>
          <a:p>
            <a:r>
              <a:t>• Suitable for practice and training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Oracle XE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Limited CPU and memory</a:t>
            </a:r>
          </a:p>
          <a:p>
            <a:r>
              <a:t>• Limited storage</a:t>
            </a:r>
          </a:p>
          <a:p>
            <a:r>
              <a:t>• Not for production systems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Will Learn Using Oracle XE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SQL and PL/SQL</a:t>
            </a:r>
          </a:p>
          <a:p>
            <a:r>
              <a:t>• User and schema management</a:t>
            </a:r>
          </a:p>
          <a:p>
            <a:r>
              <a:t>• Basic Oracle administration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Oracle is a global technology leader</a:t>
            </a:r>
          </a:p>
          <a:p>
            <a:r>
              <a:t>• Oracle Database is its flagship product</a:t>
            </a:r>
          </a:p>
          <a:p>
            <a:r>
              <a:t>• Oracle XE enables hands-on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