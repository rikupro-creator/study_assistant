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Database Administration?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Management, maintenance, and optimization of databases</a:t>
            </a:r>
          </a:p>
          <a:p>
            <a:r>
              <a:t>• Ensures data availability, security, accuracy, and performance</a:t>
            </a:r>
          </a:p>
          <a:p>
            <a:r>
              <a:t>• Performed by Database Administrators (DBAs)</a:t>
            </a:r>
          </a:p>
          <a:p>
            <a:r>
              <a:t>• Supports critical business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Database Administration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Databases store mission-critical data</a:t>
            </a:r>
          </a:p>
          <a:p>
            <a:r>
              <a:t>• Prevents data loss and downtime</a:t>
            </a:r>
          </a:p>
          <a:p>
            <a:r>
              <a:t>• Protects against security breaches</a:t>
            </a:r>
          </a:p>
          <a:p>
            <a:r>
              <a:t>• Ensures business continuity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Responsibilities of a DBA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 installation and configuration</a:t>
            </a:r>
          </a:p>
          <a:p>
            <a:r>
              <a:t>• User and security management</a:t>
            </a:r>
          </a:p>
          <a:p>
            <a:r>
              <a:t>• Performance monitoring and tuning</a:t>
            </a:r>
          </a:p>
          <a:p>
            <a:r>
              <a:t>• Backup and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Installation and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 database software</a:t>
            </a:r>
          </a:p>
          <a:p>
            <a:r>
              <a:t>• Configure memory and storage</a:t>
            </a:r>
          </a:p>
          <a:p>
            <a:r>
              <a:t>• Set up network connectivity</a:t>
            </a:r>
          </a:p>
          <a:p>
            <a:r>
              <a:t>• Prepare dev, test, and production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and Security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users and roles</a:t>
            </a:r>
          </a:p>
          <a:p>
            <a:r>
              <a:t>• Grant and revoke privileges</a:t>
            </a:r>
          </a:p>
          <a:p>
            <a:r>
              <a:t>• Enforce security policies</a:t>
            </a:r>
          </a:p>
          <a:p>
            <a:r>
              <a:t>• Audit database activities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Full, incremental, and differential backups</a:t>
            </a:r>
          </a:p>
          <a:p>
            <a:r>
              <a:t>• Automated backup scheduling</a:t>
            </a:r>
          </a:p>
          <a:p>
            <a:r>
              <a:t>• Disaster recovery planning</a:t>
            </a:r>
          </a:p>
          <a:p>
            <a:r>
              <a:t>• Regular recovery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Monitoring and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CPU, memory, and I/O</a:t>
            </a:r>
          </a:p>
          <a:p>
            <a:r>
              <a:t>• Optimize SQL queries</a:t>
            </a:r>
          </a:p>
          <a:p>
            <a:r>
              <a:t>• Manage indexes</a:t>
            </a:r>
          </a:p>
          <a:p>
            <a:r>
              <a:t>• Improve application response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and Capacity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data files and disk usage</a:t>
            </a:r>
          </a:p>
          <a:p>
            <a:r>
              <a:t>• Plan for data growth</a:t>
            </a:r>
          </a:p>
          <a:p>
            <a:r>
              <a:t>• Prevent storage outages</a:t>
            </a:r>
          </a:p>
          <a:p>
            <a:r>
              <a:t>• Optimize space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Availability and Disaster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Replication and failover mechanisms</a:t>
            </a:r>
          </a:p>
          <a:p>
            <a:r>
              <a:t>• Clustering solutions</a:t>
            </a:r>
          </a:p>
          <a:p>
            <a:r>
              <a:t>• Minimize downtime</a:t>
            </a:r>
          </a:p>
          <a:p>
            <a:r>
              <a:t>• Protect against disasters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Required for a DBA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SQL knowledge</a:t>
            </a:r>
          </a:p>
          <a:p>
            <a:r>
              <a:t>• Understanding of database architecture</a:t>
            </a:r>
          </a:p>
          <a:p>
            <a:r>
              <a:t>• Analytical and problem-solving skills</a:t>
            </a:r>
          </a:p>
          <a:p>
            <a:r>
              <a:t>• Attention to detail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Database Administrators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DBA</a:t>
            </a:r>
          </a:p>
          <a:p>
            <a:r>
              <a:t>• Application DBA</a:t>
            </a:r>
          </a:p>
          <a:p>
            <a:r>
              <a:t>• Performance DBA</a:t>
            </a:r>
          </a:p>
          <a:p>
            <a:r>
              <a:t>• Security DBA</a:t>
            </a:r>
          </a:p>
          <a:p>
            <a:r>
              <a:t>• Cloud DBA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Architecture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Memory structures</a:t>
            </a:r>
          </a:p>
          <a:p>
            <a:r>
              <a:t>• Storage structures</a:t>
            </a:r>
          </a:p>
          <a:p>
            <a:r>
              <a:t>• Background processes</a:t>
            </a:r>
          </a:p>
          <a:p>
            <a:r>
              <a:t>• Foundation for troubleshooting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Integrity and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Enforce constraints</a:t>
            </a:r>
          </a:p>
          <a:p>
            <a:r>
              <a:t>• Maintain accurate data</a:t>
            </a:r>
          </a:p>
          <a:p>
            <a:r>
              <a:t>• Prevent duplicates and errors</a:t>
            </a:r>
          </a:p>
          <a:p>
            <a:r>
              <a:t>• Support reliable reporting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ACID properties</a:t>
            </a:r>
          </a:p>
          <a:p>
            <a:r>
              <a:t>• Manage concurrency</a:t>
            </a:r>
          </a:p>
          <a:p>
            <a:r>
              <a:t>• Control locking</a:t>
            </a:r>
          </a:p>
          <a:p>
            <a:r>
              <a:t>• Ensure reliable transactions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system health</a:t>
            </a:r>
          </a:p>
          <a:p>
            <a:r>
              <a:t>• Monitor sessions and workloads</a:t>
            </a:r>
          </a:p>
          <a:p>
            <a:r>
              <a:t>• Configure alerts</a:t>
            </a:r>
          </a:p>
          <a:p>
            <a:r>
              <a:t>• Proactive issue resolution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Maintenance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Index rebuilding</a:t>
            </a:r>
          </a:p>
          <a:p>
            <a:r>
              <a:t>• Statistics gathering</a:t>
            </a:r>
          </a:p>
          <a:p>
            <a:r>
              <a:t>• Data cleanup</a:t>
            </a:r>
          </a:p>
          <a:p>
            <a:r>
              <a:t>• Performance optimization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and Patch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Apply patches and updates</a:t>
            </a:r>
          </a:p>
          <a:p>
            <a:r>
              <a:t>• Test before deployment</a:t>
            </a:r>
          </a:p>
          <a:p>
            <a:r>
              <a:t>• Manage schema changes</a:t>
            </a:r>
          </a:p>
          <a:p>
            <a:r>
              <a:t>• Reduce upgrade risks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and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Meet regulatory requirements</a:t>
            </a:r>
          </a:p>
          <a:p>
            <a:r>
              <a:t>• Maintain audit trails</a:t>
            </a:r>
          </a:p>
          <a:p>
            <a:r>
              <a:t>• Support data governance</a:t>
            </a:r>
          </a:p>
          <a:p>
            <a:r>
              <a:t>• Ensure accountability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DBA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 management tools</a:t>
            </a:r>
          </a:p>
          <a:p>
            <a:r>
              <a:t>• Monitoring tools</a:t>
            </a:r>
          </a:p>
          <a:p>
            <a:r>
              <a:t>• Backup and recovery tools</a:t>
            </a:r>
          </a:p>
          <a:p>
            <a:r>
              <a:t>• Automation scripts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DBAs ensure database reliability</a:t>
            </a:r>
          </a:p>
          <a:p>
            <a:r>
              <a:t>• Security and performance are critical</a:t>
            </a:r>
          </a:p>
          <a:p>
            <a:r>
              <a:t>• DBA role is essential for businesses</a:t>
            </a:r>
          </a:p>
          <a:p>
            <a:r>
              <a:t>• Strong foundation for advanced DBA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